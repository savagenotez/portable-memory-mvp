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Portable Memory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75569"/>
                </a:solidFill>
              </a:rPr>
              <a:t>Customer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Keep conversation continuity without dragging around bloated context.</a:t>
            </a:r>
          </a:p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Reduce context cost while preserving important meaning.</a:t>
            </a:r>
          </a:p>
          <a:p>
            <a:pPr>
              <a:spcAft>
                <a:spcPts val="1000"/>
              </a:spcAft>
              <a:defRPr sz="2200">
                <a:solidFill>
                  <a:srgbClr val="111827"/>
                </a:solidFill>
              </a:defRPr>
            </a:pPr>
            <a:r>
              <a:t>Designed for AI assistants, copilots, and enterprise memory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Customer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AI sessions forget important context or become too expensive to maintain.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Summaries often drop the very details users need next.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Teams need continuity that is cheaper, safer, and easier to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We rescue the high-signal context that matters.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We prune only when meaning and robustness are preserved.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The result is continuity with less wasted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Customer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Lower context usage per continued session.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Better retention of important project details.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Fewer dropped instructions, constraints, and identity details.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More predictable memory behavior across long interactions.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Core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600200"/>
            <a:ext cx="2011680" cy="1143000"/>
          </a:xfrm>
          <a:prstGeom prst="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Retrieval Hit</a:t>
            </a:r>
          </a:p>
          <a:p>
            <a:r>
              <a:rPr sz="1800" b="1">
                <a:solidFill>
                  <a:srgbClr val="0F766E"/>
                </a:solidFill>
              </a:rPr>
              <a:t>0.8782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1600200"/>
            <a:ext cx="2011680" cy="1143000"/>
          </a:xfrm>
          <a:prstGeom prst="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Soft Hit</a:t>
            </a:r>
          </a:p>
          <a:p>
            <a:r>
              <a:rPr sz="1800" b="1">
                <a:solidFill>
                  <a:srgbClr val="0F766E"/>
                </a:solidFill>
              </a:rPr>
              <a:t>0.8782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1600200"/>
            <a:ext cx="2011680" cy="1143000"/>
          </a:xfrm>
          <a:prstGeom prst="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Context Reduction</a:t>
            </a:r>
          </a:p>
          <a:p>
            <a:r>
              <a:rPr sz="1800" b="1">
                <a:solidFill>
                  <a:srgbClr val="0F766E"/>
                </a:solidFill>
              </a:rPr>
              <a:t>23.82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600200"/>
            <a:ext cx="1645920" cy="1143000"/>
          </a:xfrm>
          <a:prstGeom prst="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Pruned Lines</a:t>
            </a:r>
          </a:p>
          <a:p>
            <a:r>
              <a:rPr sz="1800" b="1">
                <a:solidFill>
                  <a:srgbClr val="0F766E"/>
                </a:solidFill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0" y="1600200"/>
            <a:ext cx="1645920" cy="1143000"/>
          </a:xfrm>
          <a:prstGeom prst="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75569"/>
                </a:solidFill>
              </a:rPr>
              <a:t>Unbeaten</a:t>
            </a:r>
          </a:p>
          <a:p>
            <a:r>
              <a:rPr sz="1800" b="1">
                <a:solidFill>
                  <a:srgbClr val="0F766E"/>
                </a:solidFill>
              </a:rPr>
              <a:t>13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High continuity retention.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Lower context burden.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Strong performance under robustness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Why Customers Benefit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You get lower cost without sacrificing continuity quality.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You keep robust meaning, not just compressed wording.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You reduce the risk of losing critical context under paraphrase or variation.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Compared to Simpler Approaches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Retrieval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Soft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Context Reduction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Removed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robustness_aware_pruning_mode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threshold_gated_adaptive_mode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hybrid_mode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-54.76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compression_mode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-30.22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Enterprise copilots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Long-session assistants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Knowledge work orchestration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Support and success copilots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Memory middleware for AI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Why It Is Trustworthy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Adversarial validation unbeaten scenarios: 13 / 13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Loss counts by mode: {}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Protected against over-pruning, token-overlap loss, and paraphrase fragility.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0F172A"/>
                </a:solidFill>
              </a:rPr>
              <a:t>Next Customer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9875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Run the controller on your own conversation traces.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Measure token and cost savings against your current method.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Compare continuity quality on real workflows.</a:t>
            </a:r>
          </a:p>
          <a:p>
            <a:pPr>
              <a:spcAft>
                <a:spcPts val="1000"/>
              </a:spcAft>
              <a:defRPr sz="1800">
                <a:solidFill>
                  <a:srgbClr val="111827"/>
                </a:solidFill>
              </a:defRPr>
            </a:pPr>
            <a:r>
              <a:t>Decide whether to deploy as memory middleware or premium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Run ID: run-20260324T214221Z-429eb2dd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