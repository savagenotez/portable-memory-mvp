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Portable Memory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Investor Deck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Robustness-aware pruning preserves continuity while shrinking context.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Current recommended policy: robustness_aware_pruning_mode.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Validated against benchmark and adversarial scenario suite.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Memory systems often trade off badly: either preserve signal and bloat context, or compress and lose meaning.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Long-session continuity becomes expensive, brittle, or both.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Enterprise memory needs lower cost with stronger continuity guarantees.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Use a rescue-and-prune controller rather than static summarization.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Start from phrase-saver rescue context.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Prune only when exact recall, soft recall, and overlap robustness remain intact.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Core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00200"/>
            <a:ext cx="201168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Retrieval Hit</a:t>
            </a:r>
          </a:p>
          <a:p>
            <a:r>
              <a:rPr sz="1800" b="1">
                <a:solidFill>
                  <a:srgbClr val="1D4ED8"/>
                </a:solidFill>
              </a:rPr>
              <a:t>0.8782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600200"/>
            <a:ext cx="201168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Soft Hit</a:t>
            </a:r>
          </a:p>
          <a:p>
            <a:r>
              <a:rPr sz="1800" b="1">
                <a:solidFill>
                  <a:srgbClr val="1D4ED8"/>
                </a:solidFill>
              </a:rPr>
              <a:t>0.8782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1600200"/>
            <a:ext cx="201168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Context Reduction</a:t>
            </a:r>
          </a:p>
          <a:p>
            <a:r>
              <a:rPr sz="1800" b="1">
                <a:solidFill>
                  <a:srgbClr val="1D4ED8"/>
                </a:solidFill>
              </a:rPr>
              <a:t>23.82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600200"/>
            <a:ext cx="164592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Pruned Lines</a:t>
            </a:r>
          </a:p>
          <a:p>
            <a:r>
              <a:rPr sz="1800" b="1">
                <a:solidFill>
                  <a:srgbClr val="1D4ED8"/>
                </a:solidFill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600200"/>
            <a:ext cx="164592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Unbeaten</a:t>
            </a:r>
          </a:p>
          <a:p>
            <a:r>
              <a:rPr sz="1800" b="1">
                <a:solidFill>
                  <a:srgbClr val="1D4ED8"/>
                </a:solidFill>
              </a:rPr>
              <a:t>13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Strong recall and soft recall preserved.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Positive context reduction achieved.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Benchmark suite shows robust policy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Not just summarization: minimum robust meaning for continuity.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Interpretable policy with explicit protected properties.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Preserves high-signal continuity while reducing context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Comparative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Retrieval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Soft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Context Reduction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Removed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robustness_aware_pruning_mode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threshold_gated_adaptive_mode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hybrid_mode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phrase_saver_per_byte_mode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compression_mode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-30.22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Adversarial validation unbeaten scenarios: 13 / 13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Loss counts by mode: {}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Protected against over-pruning, loss of token overlap, and paraphrase fragility.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D4ED8"/>
                </a:solidFill>
              </a:rPr>
              <a:t>Economic &amp; Product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D4ED8"/>
                </a:solidFill>
              </a:rPr>
              <a:t>Research &amp; Strategic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reduces context size while preserving meaning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can lower inference cost compared with bloated rescue modes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can extend usable context windows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improves continuity across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makes memory behavior more interpretable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supports enterprise-grade memory retention policies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demonstrates that rescue-plus-pruning outperforms static summarization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shows robustness-aware pruning is a better objective than raw compression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creates a benchmarkable framework for semantic continuity preservation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Go-To-Market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Memory controller layer for AI assistants and enterprise copilots.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Value proposition: lower inference cost + stronger session continuity.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Can be sold as infra, middleware, or premium memory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Expand adversarial suite and live usage trace testing.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Package controller as reusable module.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Build investor deck / demo narrative around benchmark wins and cost savings.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Prepare technical note and commercialization roadmap.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